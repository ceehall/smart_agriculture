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Score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E1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Logistic
Regression</c:v>
                  </c:pt>
                  <c:pt idx="1">
                    <c:v>Decision
Tree</c:v>
                  </c:pt>
                  <c:pt idx="2">
                    <c:v>K-Nearest
Neighbors</c:v>
                  </c:pt>
                  <c:pt idx="3">
                    <c:v>Random
Forest</c:v>
                  </c:pt>
                  <c:pt idx="4">
                    <c:v>Gradient
Boosting</c:v>
                  </c:pt>
                  <c:pt idx="5">
                    <c:v>SVM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</c:v>
                </c:pt>
                <c:pt idx="1">
                  <c:v>92</c:v>
                </c:pt>
                <c:pt idx="2">
                  <c:v>88</c:v>
                </c:pt>
                <c:pt idx="3">
                  <c:v>95</c:v>
                </c:pt>
                <c:pt idx="4">
                  <c:v>97</c:v>
                </c:pt>
                <c:pt idx="5">
                  <c:v>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1E1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97BC62">
              <a:alpha val="30000"/>
            </a:srgbClr>
          </a:solidFill>
          <a:ln w="12700">
            <a:solidFill>
              <a:srgbClr val="97BC62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97BC62">
              <a:alpha val="20000"/>
            </a:srgbClr>
          </a:solidFill>
          <a:ln w="12700">
            <a:solidFill>
              <a:srgbClr val="97BC6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164592" cy="164592"/>
          </a:xfrm>
          <a:prstGeom prst="ellipse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Agriculture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Crop Irrigation with AI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286000" cy="36576"/>
          </a:xfrm>
          <a:prstGeom prst="rect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688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solution for smarter water management in farming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Agricultural Stakeholders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560320" cy="1371600"/>
          </a:xfrm>
          <a:prstGeom prst="rect">
            <a:avLst/>
          </a:prstGeom>
          <a:solidFill>
            <a:srgbClr val="E8F5D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freshwater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agriculture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560320" cy="1371600"/>
          </a:xfrm>
          <a:prstGeom prst="rect">
            <a:avLst/>
          </a:prstGeom>
          <a:solidFill>
            <a:srgbClr val="E8F5D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2344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0" y="1874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through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over-irrigation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188720"/>
            <a:ext cx="2560320" cy="1371600"/>
          </a:xfrm>
          <a:prstGeom prst="rect">
            <a:avLst/>
          </a:prstGeom>
          <a:solidFill>
            <a:srgbClr val="E8F5D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2344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035040" y="1874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lost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under-irrigation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rely on guesswork or fixed schedules — not real-time conditions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Over-watering raises costs, damages soil, and wastes a scarce resource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Under-watering stunts crop growth and reduces harvests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affordable, automated tool to guide irrigation decisions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an AI model that automatically predicts whether a crop needs irrigation — before water is wasted.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874520"/>
            <a:ext cx="1965960" cy="2514600"/>
          </a:xfrm>
          <a:prstGeom prst="rect">
            <a:avLst/>
          </a:prstGeom>
          <a:solidFill>
            <a:srgbClr val="E8F5D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1965960"/>
            <a:ext cx="594360" cy="5943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26517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306324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measure soil moisture, temperature &amp; humidity in real time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50592" y="1874520"/>
            <a:ext cx="1965960" cy="2514600"/>
          </a:xfrm>
          <a:prstGeom prst="rect">
            <a:avLst/>
          </a:prstGeom>
          <a:solidFill>
            <a:srgbClr val="E8F5D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18104" y="1965960"/>
            <a:ext cx="594360" cy="5943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18104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50592" y="26517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 the Model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306324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are sent to our AI, which analyses the crop's conditions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26864" y="1874520"/>
            <a:ext cx="1965960" cy="2514600"/>
          </a:xfrm>
          <a:prstGeom prst="rect">
            <a:avLst/>
          </a:prstGeom>
          <a:solidFill>
            <a:srgbClr val="E8F5D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94376" y="1965960"/>
            <a:ext cx="594360" cy="5943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94376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26864" y="26517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a Decision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36592" y="306324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instantly outputs: Irrigate or No Irrigation Needed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03136" y="1874520"/>
            <a:ext cx="1965960" cy="2514600"/>
          </a:xfrm>
          <a:prstGeom prst="rect">
            <a:avLst/>
          </a:prstGeom>
          <a:solidFill>
            <a:srgbClr val="E8F5D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70648" y="1965960"/>
            <a:ext cx="594360" cy="5943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70648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03136" y="26517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Action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12864" y="306324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act on the alert — saving water and protecting yield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AI Learns From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was trained on 16,411 real crop records. It learns patterns from these six inputs: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2606040" cy="1188720"/>
          </a:xfrm>
          <a:prstGeom prst="rect">
            <a:avLst/>
          </a:prstGeom>
          <a:solidFill>
            <a:srgbClr val="E8F5D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91640"/>
            <a:ext cx="73152" cy="11887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Soil Type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222199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soil, red soil, etc.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691640"/>
            <a:ext cx="2606040" cy="1188720"/>
          </a:xfrm>
          <a:prstGeom prst="rect">
            <a:avLst/>
          </a:prstGeom>
          <a:solidFill>
            <a:srgbClr val="E8F5D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691640"/>
            <a:ext cx="73152" cy="11887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Stage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64992" y="222199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Germination, seedling, etc.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691640"/>
            <a:ext cx="2606040" cy="1188720"/>
          </a:xfrm>
          <a:prstGeom prst="rect">
            <a:avLst/>
          </a:prstGeom>
          <a:solidFill>
            <a:srgbClr val="E8F5D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691640"/>
            <a:ext cx="73152" cy="11887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Moisture Index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99632" y="222199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wet the soil is right now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108960"/>
            <a:ext cx="2606040" cy="1188720"/>
          </a:xfrm>
          <a:prstGeom prst="rect">
            <a:avLst/>
          </a:prstGeom>
          <a:solidFill>
            <a:srgbClr val="E8F5D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108960"/>
            <a:ext cx="73152" cy="11887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246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Temperature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" y="363931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air temperature (°C)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3108960"/>
            <a:ext cx="2606040" cy="1188720"/>
          </a:xfrm>
          <a:prstGeom prst="rect">
            <a:avLst/>
          </a:prstGeom>
          <a:solidFill>
            <a:srgbClr val="E8F5D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3108960"/>
            <a:ext cx="73152" cy="11887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4992" y="3246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Humidity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64992" y="363931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humidity in the air (%)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35040" y="3108960"/>
            <a:ext cx="2606040" cy="1188720"/>
          </a:xfrm>
          <a:prstGeom prst="rect">
            <a:avLst/>
          </a:prstGeom>
          <a:solidFill>
            <a:srgbClr val="E8F5D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3108960"/>
            <a:ext cx="73152" cy="11887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3246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Crop Type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99632" y="363931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crop being grown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Accurate Is It?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6 different AI approaches. Here's how they compare: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508760"/>
          <a:ext cx="56692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309360" y="1508760"/>
            <a:ext cx="2560320" cy="3200400"/>
          </a:xfrm>
          <a:prstGeom prst="rect">
            <a:avLst/>
          </a:prstGeom>
          <a:solidFill>
            <a:srgbClr val="E8F5D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0" y="1645920"/>
            <a:ext cx="502920" cy="502920"/>
          </a:xfrm>
          <a:prstGeom prst="ellipse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0" y="16642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Winner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09360" y="22402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Boosting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309360" y="30175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4A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309360" y="37490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identifies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needs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times out of 100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Means in Practice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840480" cy="3566160"/>
          </a:xfrm>
          <a:prstGeom prst="rect">
            <a:avLst/>
          </a:prstGeom>
          <a:solidFill>
            <a:srgbClr val="FFF3F3"/>
          </a:solidFill>
          <a:ln w="12700">
            <a:solidFill>
              <a:srgbClr val="E88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5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This System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520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Guesswork-based irrigation schedules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wasted on crops that don't need it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 damaged from insufficient watering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costs with unpredictable results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way to monitor multiple fields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937760" y="1097280"/>
            <a:ext cx="3840480" cy="3566160"/>
          </a:xfrm>
          <a:prstGeom prst="rect">
            <a:avLst/>
          </a:prstGeom>
          <a:solidFill>
            <a:srgbClr val="E8F5D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143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This System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4920" y="1691640"/>
            <a:ext cx="3520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alerts tell farmers exactly when to irrigate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usage reduced by eliminating unnecessary irrigation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health improved through timely, precise watering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costs and more consistent yields for farmers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scales to monitor many farms at once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51960" y="2651760"/>
            <a:ext cx="640080" cy="457200"/>
          </a:xfrm>
          <a:prstGeom prst="rect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24528" y="265176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691640"/>
          </a:xfrm>
          <a:prstGeom prst="rect">
            <a:avLst/>
          </a:prstGeom>
          <a:solidFill>
            <a:srgbClr val="E8F5D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64008" cy="1691640"/>
          </a:xfrm>
          <a:prstGeom prst="rect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2344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234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on Selected Farms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709928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system on 3–5 farms across different soil types and regions to validate real-world accuracy before wide rollout.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4114800" cy="1691640"/>
          </a:xfrm>
          <a:prstGeom prst="rect">
            <a:avLst/>
          </a:prstGeom>
          <a:solidFill>
            <a:srgbClr val="E8F5D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143000"/>
            <a:ext cx="64008" cy="1691640"/>
          </a:xfrm>
          <a:prstGeom prst="rect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2344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0" y="1234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Existing Sensors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65192" y="1709928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IoT moisture and weather sensors already in use — no need to replace current infrastructure.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114800" cy="1691640"/>
          </a:xfrm>
          <a:prstGeom prst="rect">
            <a:avLst/>
          </a:prstGeom>
          <a:solidFill>
            <a:srgbClr val="E8F5D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017520"/>
            <a:ext cx="64008" cy="1691640"/>
          </a:xfrm>
          <a:prstGeom prst="rect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1089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31089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Simple Farmer App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" y="3584448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irrigation alerts via a mobile app or SMS in plain language: 'Irrigate your maize today' — accessible to all farmers.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3017520"/>
            <a:ext cx="4114800" cy="1691640"/>
          </a:xfrm>
          <a:prstGeom prst="rect">
            <a:avLst/>
          </a:prstGeom>
          <a:solidFill>
            <a:srgbClr val="E8F5D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3017520"/>
            <a:ext cx="64008" cy="1691640"/>
          </a:xfrm>
          <a:prstGeom prst="rect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31089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0" y="31089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the Model Seasonally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65192" y="3584448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the AI every season with fresh local data to keep predictions accurate as climate and crop conditions change.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 &amp; Investment Needed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749808"/>
          </a:xfrm>
          <a:prstGeom prst="rect">
            <a:avLst/>
          </a:prstGeom>
          <a:solidFill>
            <a:srgbClr val="E8F5D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16152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121615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63240" y="1216152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 on 3–5 farms. Validate model against actual irrigation outcomes.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08760" y="1234440"/>
            <a:ext cx="0" cy="548640"/>
          </a:xfrm>
          <a:prstGeom prst="line">
            <a:avLst/>
          </a:prstGeom>
          <a:noFill/>
          <a:ln w="6350">
            <a:solidFill>
              <a:srgbClr val="97BC6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1234440"/>
            <a:ext cx="0" cy="548640"/>
          </a:xfrm>
          <a:prstGeom prst="line">
            <a:avLst/>
          </a:prstGeom>
          <a:noFill/>
          <a:ln w="635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039112"/>
            <a:ext cx="8412480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12264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2112264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63240" y="2112264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test the farmer alert app (mobile + SMS). Gather farmer feedback.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508760" y="2130552"/>
            <a:ext cx="0" cy="548640"/>
          </a:xfrm>
          <a:prstGeom prst="line">
            <a:avLst/>
          </a:prstGeom>
          <a:noFill/>
          <a:ln w="635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0" y="2130552"/>
            <a:ext cx="0" cy="548640"/>
          </a:xfrm>
          <a:prstGeom prst="line">
            <a:avLst/>
          </a:prstGeom>
          <a:noFill/>
          <a:ln w="6350">
            <a:solidFill>
              <a:srgbClr val="97BC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935224"/>
            <a:ext cx="8412480" cy="749808"/>
          </a:xfrm>
          <a:prstGeom prst="rect">
            <a:avLst/>
          </a:prstGeom>
          <a:solidFill>
            <a:srgbClr val="E8F5D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0837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54480" y="3008376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63240" y="3008376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50+ farms. Connect to regional weather data feeds for improved predictions.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508760" y="3026664"/>
            <a:ext cx="0" cy="548640"/>
          </a:xfrm>
          <a:prstGeom prst="line">
            <a:avLst/>
          </a:prstGeom>
          <a:noFill/>
          <a:ln w="635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0" y="3026664"/>
            <a:ext cx="0" cy="548640"/>
          </a:xfrm>
          <a:prstGeom prst="line">
            <a:avLst/>
          </a:prstGeom>
          <a:noFill/>
          <a:ln w="6350">
            <a:solidFill>
              <a:srgbClr val="97BC6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831336"/>
            <a:ext cx="8412480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04488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Ongoing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54480" y="390448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Season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63240" y="3904488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the model with fresh data. Monitor accuracy. Expand crop type coverage.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508760" y="3922776"/>
            <a:ext cx="0" cy="548640"/>
          </a:xfrm>
          <a:prstGeom prst="line">
            <a:avLst/>
          </a:prstGeom>
          <a:noFill/>
          <a:ln w="6350">
            <a:solidFill>
              <a:srgbClr val="97BC6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17520" y="3922776"/>
            <a:ext cx="0" cy="548640"/>
          </a:xfrm>
          <a:prstGeom prst="line">
            <a:avLst/>
          </a:prstGeom>
          <a:noFill/>
          <a:ln w="6350">
            <a:solidFill>
              <a:srgbClr val="97BC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bring data-driven farming to your community? Let's start the conversation.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97BC62">
              <a:alpha val="30000"/>
            </a:srgbClr>
          </a:solidFill>
          <a:ln w="12700">
            <a:solidFill>
              <a:srgbClr val="97BC62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97BC62">
              <a:alpha val="20000"/>
            </a:srgbClr>
          </a:solidFill>
          <a:ln w="12700">
            <a:solidFill>
              <a:srgbClr val="97BC62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Smarter Farming.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 Water.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Yields.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31520" y="3383280"/>
            <a:ext cx="2560320" cy="36576"/>
          </a:xfrm>
          <a:prstGeom prst="rect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566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 and consideration.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069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 welcome the discussion.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Agriculture – Irrigation Intelligence</dc:title>
  <dc:subject>PptxGenJS Presentation</dc:subject>
  <dc:creator>PptxGenJS</dc:creator>
  <cp:lastModifiedBy>PptxGenJS</cp:lastModifiedBy>
  <cp:revision>1</cp:revision>
  <dcterms:created xsi:type="dcterms:W3CDTF">2026-04-21T00:54:39Z</dcterms:created>
  <dcterms:modified xsi:type="dcterms:W3CDTF">2026-04-21T00:54:39Z</dcterms:modified>
</cp:coreProperties>
</file>